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7" r:id="rId6"/>
    <p:sldId id="263" r:id="rId7"/>
    <p:sldId id="265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in Natural Language 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129FB6-F7B1-154A-5360-AD6ABA444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539197"/>
            <a:ext cx="8268929" cy="1217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5728F9-BB02-A572-5856-4C157C4E93D6}"/>
              </a:ext>
            </a:extLst>
          </p:cNvPr>
          <p:cNvSpPr txBox="1"/>
          <p:nvPr/>
        </p:nvSpPr>
        <p:spPr>
          <a:xfrm>
            <a:off x="5673213" y="4390103"/>
            <a:ext cx="2784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K Anbazhagan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900EE-0199-6A2D-5954-D8F300A56268}"/>
              </a:ext>
            </a:extLst>
          </p:cNvPr>
          <p:cNvSpPr txBox="1"/>
          <p:nvPr/>
        </p:nvSpPr>
        <p:spPr>
          <a:xfrm>
            <a:off x="943897" y="4348316"/>
            <a:ext cx="3283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Prathibha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192424293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  <a:defRPr sz="2400"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enables computers to understand human language.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Applications: ChatGPT, Google Translate, Alexa, Spam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Finite State Automata?</a:t>
            </a: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Mathematical model for pattern recognition.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Consists of states, transitions, start and accept states.</a:t>
            </a:r>
          </a:p>
          <a:p>
            <a:pPr marL="0" indent="0">
              <a:buNone/>
              <a:defRPr sz="2400"/>
            </a:pP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FSA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of Stake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Alphabet (Σ)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Transition Function (δ)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Start 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(q0)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Accept 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FSA=(Q,Σ,δ,q0,F)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FSA</a:t>
            </a:r>
          </a:p>
          <a:p>
            <a:pPr marL="0" indent="0">
              <a:buNone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q0 --c--&gt; q1 --a--&gt; q2 --t--&gt; q3 (Accept)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transitions are valid, input is accepted.</a:t>
            </a:r>
          </a:p>
          <a:p>
            <a:pPr marL="0" indent="0">
              <a:buNone/>
              <a:defRPr sz="2400"/>
            </a:pP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  <a:defRPr sz="24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Deterministic Finite Automata (DFA)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state has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transition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input symbol.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allow ε (epsilon) transitions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easier to implement.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lexical analysis, pattern matching, and text recognition.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Non-Deterministic Finite Automata (NFA)</a:t>
            </a:r>
          </a:p>
          <a:p>
            <a:pPr>
              <a:lnSpc>
                <a:spcPct val="150000"/>
              </a:lnSpc>
              <a:defRPr sz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 can have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transitions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same input symbol. </a:t>
            </a:r>
          </a:p>
          <a:p>
            <a:pPr>
              <a:lnSpc>
                <a:spcPct val="150000"/>
              </a:lnSpc>
              <a:defRPr sz="24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ε (epsilon) transitions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automaton can change states without consuming input. </a:t>
            </a:r>
          </a:p>
          <a:p>
            <a:pPr>
              <a:lnSpc>
                <a:spcPct val="150000"/>
              </a:lnSpc>
              <a:defRPr sz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and easier to design than DFA. </a:t>
            </a:r>
          </a:p>
          <a:p>
            <a:pPr>
              <a:lnSpc>
                <a:spcPct val="150000"/>
              </a:lnSpc>
              <a:defRPr sz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converted into an equivalent DFA for implementation.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ED085-7F8A-16E2-403C-1B029D340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76748"/>
            <a:ext cx="8229600" cy="534941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DFA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 accepts strings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a&amp;b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ending “ab”.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romanLcParenR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q0 --b--&gt; q1 --a--&gt; q2 --b--&gt; q3  (accepted)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NFA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accepts L in which all strings ending with “01”.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={0,1}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L={01,001,1001}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q0 --0--&gt; q1 --1--&gt; q2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q0 --0--&gt; q1 --1--&gt; q2  - for this q0 self loop.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q0 --1--&gt; q1 --0--&gt; q2 --1--&gt; q3 – for this q2 having self loop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5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lang="en-US" dirty="0"/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processing.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memory usage.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pattern matching.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process complex grammar.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memory and context.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recursive structures.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fundamental computational model used for recognizing patterns in text.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an important role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 such as tokenization, lexical analysis, and spell checking.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efficient, and reliable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processing for simple language recognition tasks.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modern NLP uses advanced AI models,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remains a foundational concept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language processing and compiler design. </a:t>
            </a:r>
          </a:p>
          <a:p>
            <a:pPr marL="0" indent="0">
              <a:buNone/>
              <a:defRPr sz="2400"/>
            </a:pP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697D-7EB0-D776-5DC7-C1EF4888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5554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7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491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Finite State Automata in Natural Language Processing</vt:lpstr>
      <vt:lpstr>Introduction to NLP</vt:lpstr>
      <vt:lpstr>Components of FSA</vt:lpstr>
      <vt:lpstr>Types of FSA</vt:lpstr>
      <vt:lpstr>PowerPoint Presentation</vt:lpstr>
      <vt:lpstr>Advantages &amp; Limitations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Prathibha C</dc:creator>
  <cp:keywords/>
  <dc:description>generated using python-pptx</dc:description>
  <cp:lastModifiedBy>Prathibha C</cp:lastModifiedBy>
  <cp:revision>4</cp:revision>
  <dcterms:created xsi:type="dcterms:W3CDTF">2013-01-27T09:14:16Z</dcterms:created>
  <dcterms:modified xsi:type="dcterms:W3CDTF">2026-07-25T05:03:55Z</dcterms:modified>
  <cp:category/>
</cp:coreProperties>
</file>